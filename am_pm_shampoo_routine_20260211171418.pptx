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29522" b="29522"/>
          <a:stretch/>
        </p:blipFill>
        <p:spPr>
          <a:xfrm>
            <a:off x="761695" y="2253082"/>
            <a:ext cx="10668305" cy="24387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86246" y="2253082"/>
            <a:ext cx="9144" cy="2438705"/>
          </a:xfrm>
          <a:prstGeom prst="roundRect">
            <a:avLst>
              <a:gd name="adj" fmla="val 468750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-521" r="-521" t="0" b="0"/>
          <a:stretch/>
        </p:blipFill>
        <p:spPr>
          <a:xfrm>
            <a:off x="952805" y="2443277"/>
            <a:ext cx="838505" cy="2286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52805" y="2443277"/>
            <a:ext cx="838505" cy="228600"/>
          </a:xfrm>
          <a:prstGeom prst="rect">
            <a:avLst/>
          </a:prstGeom>
          <a:noFill/>
          <a:ln/>
        </p:spPr>
      </p:sp>
      <p:sp>
        <p:nvSpPr>
          <p:cNvPr id="8" name="Text 4"/>
          <p:cNvSpPr/>
          <p:nvPr/>
        </p:nvSpPr>
        <p:spPr>
          <a:xfrm>
            <a:off x="952805" y="2443277"/>
            <a:ext cx="8385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90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AM 07:30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-340" r="-340" t="0" b="0"/>
          <a:stretch/>
        </p:blipFill>
        <p:spPr>
          <a:xfrm>
            <a:off x="10406786" y="2443277"/>
            <a:ext cx="838505" cy="2286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0406786" y="2443277"/>
            <a:ext cx="838505" cy="228600"/>
          </a:xfrm>
          <a:prstGeom prst="rect">
            <a:avLst/>
          </a:prstGeom>
          <a:noFill/>
          <a:ln/>
        </p:spPr>
      </p:sp>
      <p:sp>
        <p:nvSpPr>
          <p:cNvPr id="11" name="Text 6"/>
          <p:cNvSpPr/>
          <p:nvPr/>
        </p:nvSpPr>
        <p:spPr>
          <a:xfrm>
            <a:off x="10406786" y="2443277"/>
            <a:ext cx="8385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90" kern="0" dirty="0">
                <a:solidFill>
                  <a:srgbClr val="EDE9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22:00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609905" y="5128870"/>
            <a:ext cx="387706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E2E8F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“</a:t>
            </a:r>
            <a:endParaRPr lang="en-US" sz="48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9" b="-19"/>
          <a:stretch/>
        </p:blipFill>
        <p:spPr>
          <a:xfrm>
            <a:off x="5359298" y="5438851"/>
            <a:ext cx="2361895" cy="88605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521147" y="5791810"/>
            <a:ext cx="942746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5521147" y="5600700"/>
            <a:ext cx="1019556" cy="1527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FACE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6616598" y="5791810"/>
            <a:ext cx="942746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6540703" y="5600700"/>
            <a:ext cx="1019556" cy="1527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SCALP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5521147" y="5876849"/>
            <a:ext cx="10003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아침/밤 루틴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다르게 사용</a:t>
            </a:r>
            <a:endParaRPr lang="en-US" sz="900" dirty="0"/>
          </a:p>
        </p:txBody>
      </p:sp>
      <p:sp>
        <p:nvSpPr>
          <p:cNvPr id="19" name="Text 13"/>
          <p:cNvSpPr txBox="1"/>
          <p:nvPr/>
        </p:nvSpPr>
        <p:spPr>
          <a:xfrm>
            <a:off x="5521147" y="6010351"/>
            <a:ext cx="68305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다르게 사용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6559906" y="5876849"/>
            <a:ext cx="10003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아침/밤 루틴</a:t>
            </a:r>
            <a:pPr algn="r" indent="0" marL="0">
              <a:buNone/>
            </a:pPr>
            <a:endParaRPr lang="en-US" sz="900" dirty="0"/>
          </a:p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항상 같음?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6926580" y="6010351"/>
            <a:ext cx="63733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항상 같음?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7683703" y="5486400"/>
            <a:ext cx="3753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-26" kern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우리는 샴푸를 ‘시간’에 맞춰 본 적이 없습니다.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7766914" y="5753405"/>
            <a:ext cx="36704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“두피도,</a:t>
            </a:r>
            <a:pPr algn="r" indent="0" marL="0">
              <a:buNone/>
            </a:pPr>
            <a:endParaRPr lang="en-US" sz="2200" dirty="0"/>
          </a:p>
          <a:p>
            <a:pPr algn="r" indent="0" marL="0">
              <a:buNone/>
            </a:pPr>
            <a:r>
              <a:rPr lang="en-US" sz="2200" b="1" dirty="0">
                <a:solidFill>
                  <a:srgbClr val="312E8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아침과 밤이 다릅니다.</a:t>
            </a:r>
            <a:pPr algn="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” </a:t>
            </a:r>
            <a:endParaRPr lang="en-US" sz="2200" dirty="0"/>
          </a:p>
        </p:txBody>
      </p:sp>
      <p:sp>
        <p:nvSpPr>
          <p:cNvPr id="24" name="Text 18"/>
          <p:cNvSpPr txBox="1"/>
          <p:nvPr/>
        </p:nvSpPr>
        <p:spPr>
          <a:xfrm>
            <a:off x="3995014" y="457200"/>
            <a:ext cx="4203497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“아침에도 감고, 밤에도 감는데… </a:t>
            </a:r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이거 정말 괜찮은 걸까?</a:t>
            </a:r>
            <a:pPr algn="ctr"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” </a:t>
            </a:r>
            <a:endParaRPr lang="en-US" sz="2200" dirty="0"/>
          </a:p>
        </p:txBody>
      </p:sp>
      <p:sp>
        <p:nvSpPr>
          <p:cNvPr id="25" name="Text 19"/>
          <p:cNvSpPr txBox="1"/>
          <p:nvPr/>
        </p:nvSpPr>
        <p:spPr>
          <a:xfrm>
            <a:off x="3991356" y="1433779"/>
            <a:ext cx="4210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AM vs PM — Why do we use the same shampoo?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761695" y="5357470"/>
            <a:ext cx="19202" cy="972007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1009498" y="5395874"/>
            <a:ext cx="42775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하루에 2번 샴푸하는 팀원의 고민에서 시작되었습니다.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두피가 상하지 않을까? 탈모가 오진 않을까? 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1009498" y="5905195"/>
            <a:ext cx="42775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아침과 밤의 상태는 분명 다른데,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왜 우리는 항상 ‘같은 샴푸’를 쓰고 있을까요? 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2026-02-11T17:14:18Z</dcterms:created>
  <dcterms:modified xsi:type="dcterms:W3CDTF">2026-02-11T17:14:18Z</dcterms:modified>
</cp:coreProperties>
</file>